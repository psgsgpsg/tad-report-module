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title>
      <c:tx>
        <c:rich>
          <a:bodyPr/>
          <a:lstStyle/>
          <a:p>
            <a:r>
              <a:rPr lang="ko-KR" altLang="en-US"/>
              <a:t>테스트 결과 비율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결과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08-4086-86D0-B265684229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/>
              <a:t>일자별 테스트 결과 추이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04-01</c:v>
                </c:pt>
                <c:pt idx="1">
                  <c:v>04-02</c:v>
                </c:pt>
                <c:pt idx="2">
                  <c:v>04-03</c:v>
                </c:pt>
                <c:pt idx="3">
                  <c:v>04-04</c:v>
                </c:pt>
                <c:pt idx="4">
                  <c:v>04-05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68</c:v>
                </c:pt>
                <c:pt idx="2">
                  <c:v>75</c:v>
                </c:pt>
                <c:pt idx="3">
                  <c:v>66</c:v>
                </c:pt>
                <c:pt idx="4">
                  <c:v>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54-4D0B-906B-59A5AC0E88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04-01</c:v>
                </c:pt>
                <c:pt idx="1">
                  <c:v>04-02</c:v>
                </c:pt>
                <c:pt idx="2">
                  <c:v>04-03</c:v>
                </c:pt>
                <c:pt idx="3">
                  <c:v>04-04</c:v>
                </c:pt>
                <c:pt idx="4">
                  <c:v>04-05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18</c:v>
                </c:pt>
                <c:pt idx="2">
                  <c:v>8</c:v>
                </c:pt>
                <c:pt idx="3">
                  <c:v>20</c:v>
                </c:pt>
                <c:pt idx="4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254-4D0B-906B-59A5AC0E88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914400" y="-1828800"/>
            <a:ext cx="7315200" cy="7315200"/>
          </a:xfrm>
          <a:prstGeom prst="arc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7315200" y="1828800"/>
            <a:ext cx="7315200" cy="7315200"/>
          </a:xfrm>
          <a:prstGeom prst="arc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8A"/>
                </a:solidFill>
              </a:rPr>
              <a:t>테스트 결과 보고서</a:t>
            </a:r>
          </a:p>
          <a:p>
            <a:r>
              <a:rPr sz="2400" b="1"/>
              <a:t>{{TITLE}}</a:t>
            </a:r>
          </a:p>
          <a:p>
            <a:r>
              <a:rPr sz="1600">
                <a:solidFill>
                  <a:srgbClr val="282828"/>
                </a:solidFill>
              </a:rP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594360"/>
            <a:ext cx="1097280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3A8A"/>
                </a:solidFill>
              </a:rPr>
              <a:t>테스트 결과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92031"/>
              </p:ext>
            </p:extLst>
          </p:nvPr>
        </p:nvGraphicFramePr>
        <p:xfrm>
          <a:off x="731520" y="1097280"/>
          <a:ext cx="3337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dirty="0" err="1"/>
                        <a:t>전체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테스트</a:t>
                      </a:r>
                      <a:r>
                        <a:rPr dirty="0"/>
                        <a:t>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{{TOTAL}}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{{PASS}}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{{FAIL}}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통과율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{{RATE}}%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46692"/>
              </p:ext>
            </p:extLst>
          </p:nvPr>
        </p:nvGraphicFramePr>
        <p:xfrm>
          <a:off x="5015060" y="1097280"/>
          <a:ext cx="38404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594360"/>
            <a:ext cx="1097280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3A8A"/>
                </a:solidFill>
              </a:rPr>
              <a:t>{{NAME}}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결과 : {{RESULT}}</a:t>
            </a:r>
          </a:p>
          <a:p>
            <a:pPr>
              <a:defRPr sz="1800"/>
            </a:pPr>
            <a:r>
              <a:t>설명 : {{DESC}}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19" y="2286000"/>
            <a:ext cx="3435127" cy="731520"/>
          </a:xfrm>
          <a:prstGeom prst="roundRect">
            <a:avLst/>
          </a:prstGeom>
          <a:solidFill>
            <a:srgbClr val="EB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dirty="0" err="1"/>
              <a:t>상세</a:t>
            </a:r>
            <a:r>
              <a:rPr sz="1500" dirty="0"/>
              <a:t> </a:t>
            </a:r>
            <a:r>
              <a:rPr sz="1500" dirty="0" err="1"/>
              <a:t>내용</a:t>
            </a:r>
            <a:r>
              <a:rPr sz="1500" dirty="0"/>
              <a:t> / </a:t>
            </a:r>
            <a:r>
              <a:rPr sz="1500" dirty="0" err="1"/>
              <a:t>오류</a:t>
            </a:r>
            <a:r>
              <a:rPr sz="1500" dirty="0"/>
              <a:t> </a:t>
            </a:r>
            <a:r>
              <a:rPr sz="1500" dirty="0" err="1"/>
              <a:t>메시지</a:t>
            </a:r>
            <a:r>
              <a:rPr sz="1500" dirty="0"/>
              <a:t> / </a:t>
            </a:r>
            <a:r>
              <a:rPr sz="1500" dirty="0" err="1"/>
              <a:t>로그</a:t>
            </a:r>
            <a:r>
              <a:rPr sz="1500" dirty="0"/>
              <a:t> 등</a:t>
            </a:r>
          </a:p>
          <a:p>
            <a:r>
              <a:rPr sz="1500" dirty="0"/>
              <a:t>(</a:t>
            </a:r>
            <a:r>
              <a:rPr sz="1500" dirty="0" err="1"/>
              <a:t>선택</a:t>
            </a:r>
            <a:r>
              <a:rPr sz="1500" dirty="0"/>
              <a:t> </a:t>
            </a:r>
            <a:r>
              <a:rPr sz="1500" dirty="0" err="1"/>
              <a:t>영역</a:t>
            </a:r>
            <a:r>
              <a:rPr sz="1500"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389120" cy="292608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 err="1"/>
              <a:t>스크린샷</a:t>
            </a:r>
            <a:r>
              <a:rPr dirty="0"/>
              <a:t> /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영역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594360"/>
            <a:ext cx="1097280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3A8A"/>
                </a:solidFill>
              </a:rPr>
              <a:t>전체 테스트 결과 목록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9601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테스트 항목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설명 내용...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테스트 항목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설명 내용...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테스트 항목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설명 내용...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594360"/>
            <a:ext cx="1097280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3A8A"/>
                </a:solidFill>
              </a:rPr>
              <a:t>일자별 테스트 결과 추이 (선택)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7772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</Words>
  <Application>Microsoft Office PowerPoint</Application>
  <PresentationFormat>와이드스크린</PresentationFormat>
  <Paragraphs>49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성권 박</cp:lastModifiedBy>
  <cp:revision>2</cp:revision>
  <dcterms:created xsi:type="dcterms:W3CDTF">2013-01-27T09:14:16Z</dcterms:created>
  <dcterms:modified xsi:type="dcterms:W3CDTF">2026-05-15T00:50:05Z</dcterms:modified>
  <cp:category/>
</cp:coreProperties>
</file>